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vamos a revisar la landing: qué promete, por qué funciona y cómo la mejoraremos.</a:t>
            </a:r>
          </a:p>
          <a:p>
            <a:r>
              <a:t>Busco cerrar con 3 decisiones: mensaje principal, primeras pruebas A/B y prioridades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Nuestro usuario es [perfil], que hoy enfrenta [problema] cuando intenta [tarea].</a:t>
            </a:r>
          </a:p>
          <a:p>
            <a:r>
              <a:t>La oportunidad está en resolver [dolor] con menos fricción y mayor claridad.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Nuestra promesa: [H1]. Lo que nos hace distintos: [3 bullets de diferenciadores].</a:t>
            </a:r>
          </a:p>
          <a:p>
            <a:r>
              <a:t>Si eres [perfil], en 10s entiendes qué ganas y cómo empezar.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Entramos desde [canal]. En el hero validamos encaje. Bajando, resolvemos objeciones y cerramos con un CTA claro.</a:t>
            </a:r>
          </a:p>
          <a:p>
            <a:r>
              <a:t>Tras convertir, mostramos [thank-you/onboarding] con el siguiente paso inmediato.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Priorizamos claridad sobre creatividad: verbo de acción, beneficios concretos, y CTA específico.</a:t>
            </a:r>
          </a:p>
          <a:p>
            <a:r>
              <a:t>Proponemos probar [titular A vs B] y [CTA A vs B].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Incluimos [logos/testimonios] para reducir incertidumbre.</a:t>
            </a:r>
          </a:p>
          <a:p>
            <a:r>
              <a:t>Abordamos objeciones: precio, tiempo de valor, integraciones,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Medimos scroll, clicks de hero, error de formulario y abandono por sección para priorizar mejoras.</a:t>
            </a:r>
          </a:p>
          <a:p>
            <a:r>
              <a:t>Usamos UTMs por canal y definimos un funnel claro hasta la conversión.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CWV: LCP &lt; 2.5s, INP &lt; 200ms, CLS &lt; 0.1.</a:t>
            </a:r>
          </a:p>
          <a:p>
            <a:r>
              <a:t>Aplicamos lazy-load, formatos modernos (WebP/AVIF) y etiquetas alt/roles correctos.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Hipótesis: [X] mejorará [métrica]. Prueba MVT/A/B durante [duración], MDE [valor].</a:t>
            </a:r>
          </a:p>
          <a:p>
            <a:r>
              <a:t>Próximos: titular, CTA, orden de beneficios, prueba social más arriba.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convertimos a [CR%]; objetivo [meta%]. Cada +1pp reduce CAC en [X%] y acelera payback.</a:t>
            </a:r>
          </a:p>
          <a:p>
            <a:r>
              <a:t>Canales orgánicos responden mejor a [mensaje]; pago a [otro mensaje].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1: copy y hero. Semana 2: formulario y prueba social. Semana 3: performance y accesibilidad.</a:t>
            </a:r>
          </a:p>
          <a:p>
            <a:r>
              <a:t>Riesgos: datos insuficientes, sesgo por canal, deuda técnica. Mitigamos con ventanas mínimas y QoS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Decidimos: mensaje principal, primer test y prioridad técnica.</a:t>
            </a:r>
          </a:p>
          <a:p>
            <a:r>
              <a:t>Asignamos responsables y fechas. ¿faltó algo clave? Abrimos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Título y resultado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Objetivo del foro: alinear visión y recoger feedback accionable</a:t>
            </a:r>
          </a:p>
          <a:p>
            <a:pPr>
              <a:defRPr sz="2000"/>
            </a:pPr>
            <a:r>
              <a:t>Resultado esperado: decisiones sobre mensajes, pruebas y próximos pasos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Usuario y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Quién es nuestro usuario objetivo</a:t>
            </a:r>
          </a:p>
          <a:p>
            <a:pPr>
              <a:defRPr sz="2000"/>
            </a:pPr>
            <a:r>
              <a:t>Dolor principal y contexto</a:t>
            </a:r>
          </a:p>
          <a:p>
            <a:pPr>
              <a:defRPr sz="2000"/>
            </a:pPr>
            <a:r>
              <a:t>Caso de uso inicial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Propuesta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Promesa en una frase (H1)</a:t>
            </a:r>
          </a:p>
          <a:p>
            <a:pPr>
              <a:defRPr sz="2000"/>
            </a:pPr>
            <a:r>
              <a:t>Diferenciadores clave</a:t>
            </a:r>
          </a:p>
          <a:p>
            <a:pPr>
              <a:defRPr sz="2000"/>
            </a:pPr>
            <a:r>
              <a:t>Prueba rápida de relevancia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Flujo del visitante (mapa simple)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Fuente de tráfico -&gt; Landing -&gt; CTA -&gt; Post-conversión</a:t>
            </a:r>
          </a:p>
          <a:p>
            <a:pPr>
              <a:defRPr sz="2000"/>
            </a:pPr>
            <a:r>
              <a:t>Momentos de decisión y fricción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Diseño y copy (antes/después o variantes)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Jerarquía visual (H1, subtítulo, CTA)</a:t>
            </a:r>
          </a:p>
          <a:p>
            <a:pPr>
              <a:defRPr sz="2000"/>
            </a:pPr>
            <a:r>
              <a:t>Tono y claridad del copy</a:t>
            </a:r>
          </a:p>
          <a:p>
            <a:pPr>
              <a:defRPr sz="2000"/>
            </a:pPr>
            <a:r>
              <a:t>Variante alternativa (si aplica)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Prueba social y manejo de objeciones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Testimonios/logos/métricas</a:t>
            </a:r>
          </a:p>
          <a:p>
            <a:pPr>
              <a:defRPr sz="2000"/>
            </a:pPr>
            <a:r>
              <a:t>Objeciones comunes y respuestas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Analítica y eventos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Eventos: vista hero, click CTA, envío formulario, éxito</a:t>
            </a:r>
          </a:p>
          <a:p>
            <a:pPr>
              <a:defRPr sz="2000"/>
            </a:pPr>
            <a:r>
              <a:t>Microconversiones y funnels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Performance y accesibilidad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LCP, INP, CLS (estado actual)</a:t>
            </a:r>
          </a:p>
          <a:p>
            <a:pPr>
              <a:defRPr sz="2000"/>
            </a:pPr>
            <a:r>
              <a:t>Peso de imágenes y estrategia de carga</a:t>
            </a:r>
          </a:p>
          <a:p>
            <a:pPr>
              <a:defRPr sz="2000"/>
            </a:pPr>
            <a:r>
              <a:t>Accesibilidad: semántica, foco, contraste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Experimentos realizados y próximos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Hipótesis -&gt; métrica -&gt; resultado</a:t>
            </a:r>
          </a:p>
          <a:p>
            <a:pPr>
              <a:defRPr sz="2000"/>
            </a:pPr>
            <a:r>
              <a:t>Backlog de tests priorizados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Impacto en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 actual y objetivo</a:t>
            </a:r>
          </a:p>
          <a:p>
            <a:pPr>
              <a:defRPr sz="2000"/>
            </a:pPr>
            <a:r>
              <a:t>CAC/LTV (si aplica) y efecto esperado</a:t>
            </a:r>
          </a:p>
          <a:p>
            <a:pPr>
              <a:defRPr sz="2000"/>
            </a:pPr>
            <a:r>
              <a:t>Sensibilidad por canal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Roadmap y 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Prioridades próximas (copy, UX, técnico)</a:t>
            </a:r>
          </a:p>
          <a:p>
            <a:pPr>
              <a:defRPr sz="2000"/>
            </a:pPr>
            <a:r>
              <a:t>Riesgos y mitigaciones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Cierre y CTA (qué necesita el equipo)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Decisiones a tomar hoy</a:t>
            </a:r>
          </a:p>
          <a:p>
            <a:pPr>
              <a:defRPr sz="2000"/>
            </a:pPr>
            <a:r>
              <a:t>Siguientes pasos y responsables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